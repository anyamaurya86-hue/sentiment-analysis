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yamaurya86-hue/sentiment-analysi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EmoSense: Text Emotion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B.Tech AI Project</a:t>
            </a:r>
          </a:p>
          <a:p>
            <a:r>
              <a:t>Anya Maurya</a:t>
            </a:r>
          </a:p>
          <a:p>
            <a:endParaRPr/>
          </a:p>
          <a:p>
            <a:r>
              <a:t>A Machine Learning based system to analyze emotions in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emotions in text manually is difficult and time-consuming.</a:t>
            </a:r>
          </a:p>
          <a:p>
            <a:endParaRPr/>
          </a:p>
          <a:p>
            <a:r>
              <a:t>Traditional sentiment analysis only classifies text as positive or negative, which lacks depth.</a:t>
            </a:r>
          </a:p>
          <a:p>
            <a:endParaRPr/>
          </a:p>
          <a:p>
            <a:r>
              <a:t>There is a need for a more nuanced emotional analysis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develop a machine learning model that:</a:t>
            </a:r>
          </a:p>
          <a:p>
            <a:endParaRPr/>
          </a:p>
          <a:p>
            <a:r>
              <a:t>• Predicts Valence (positivity/negativity)</a:t>
            </a:r>
          </a:p>
          <a:p>
            <a:r>
              <a:t>• Predicts Arousal (intensity of emotion)</a:t>
            </a:r>
          </a:p>
          <a:p>
            <a:endParaRPr/>
          </a:p>
          <a:p>
            <a:r>
              <a:t>Provides continuous emotional understanding instead of fixed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(Core language)</a:t>
            </a:r>
          </a:p>
          <a:p>
            <a:r>
              <a:t>• Pandas (Data handling)</a:t>
            </a:r>
          </a:p>
          <a:p>
            <a:r>
              <a:t>• NumPy (Numerical operations)</a:t>
            </a:r>
          </a:p>
          <a:p>
            <a:r>
              <a:t>• Scikit-learn (Machine Learning)</a:t>
            </a:r>
          </a:p>
          <a:p>
            <a:r>
              <a:t>• TF-IDF Vectorizer (Text processing)</a:t>
            </a:r>
          </a:p>
          <a:p>
            <a:r>
              <a:t>• Streamlit (Web interface)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EmoBank Dataset:</a:t>
            </a:r>
          </a:p>
          <a:p>
            <a:endParaRPr/>
          </a:p>
          <a:p>
            <a:r>
              <a:t>• ~10,000 English sentences</a:t>
            </a:r>
          </a:p>
          <a:p>
            <a:r>
              <a:t>• Covers different domains (news, fiction, etc.)</a:t>
            </a:r>
          </a:p>
          <a:p>
            <a:r>
              <a:t>• Annotated with:</a:t>
            </a:r>
          </a:p>
          <a:p>
            <a:r>
              <a:t>  - Valence (1 to 5)</a:t>
            </a:r>
          </a:p>
          <a:p>
            <a:r>
              <a:t>  - Arousal (1 to 5)</a:t>
            </a:r>
          </a:p>
          <a:p>
            <a:endParaRPr/>
          </a:p>
          <a:p>
            <a:r>
              <a:t>Used for training and testing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User inputs text</a:t>
            </a:r>
          </a:p>
          <a:p>
            <a:r>
              <a:t>Step 2: Text is converted into numerical form using TF-IDF</a:t>
            </a:r>
          </a:p>
          <a:p>
            <a:r>
              <a:t>Step 3: Processed data is fed into trained model</a:t>
            </a:r>
          </a:p>
          <a:p>
            <a:r>
              <a:t>Step 4: Model predicts valence and arousal</a:t>
            </a:r>
          </a:p>
          <a:p>
            <a:r>
              <a:t>Step 5: Output displayed via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TF-IDF 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converts text into numbers:</a:t>
            </a:r>
          </a:p>
          <a:p>
            <a:endParaRPr/>
          </a:p>
          <a:p>
            <a:r>
              <a:t>• TF (Term Frequency): frequency of word in sentence</a:t>
            </a:r>
          </a:p>
          <a:p>
            <a:r>
              <a:t>• IDF (Inverse Document Frequency): importance of word in dataset</a:t>
            </a:r>
          </a:p>
          <a:p>
            <a:endParaRPr/>
          </a:p>
          <a:p>
            <a:r>
              <a:t>Helps model understand importance of words.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Used: 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 model with regularization</a:t>
            </a:r>
          </a:p>
          <a:p>
            <a:r>
              <a:t>• Suitable for high-dimensional sparse data</a:t>
            </a:r>
          </a:p>
          <a:p>
            <a:r>
              <a:t>• Works well with TF-IDF features</a:t>
            </a:r>
          </a:p>
          <a:p>
            <a:r>
              <a:t>• Predicts continuous values (not categories)</a:t>
            </a:r>
          </a:p>
          <a:p>
            <a:endParaRPr/>
          </a:p>
          <a:p>
            <a:r>
              <a:t>Chosen over tree-based models for better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system takes user input text and predicts:</a:t>
            </a:r>
          </a:p>
          <a:p>
            <a:endParaRPr/>
          </a:p>
          <a:p>
            <a:r>
              <a:t>• Valence score</a:t>
            </a:r>
          </a:p>
          <a:p>
            <a:r>
              <a:t>• Arousal score</a:t>
            </a:r>
          </a:p>
          <a:p>
            <a:endParaRPr/>
          </a:p>
          <a:p>
            <a:r>
              <a:t>These values represent emotional tone and intensity.</a:t>
            </a:r>
          </a:p>
          <a:p>
            <a:endParaRPr/>
          </a:p>
          <a:p>
            <a:r>
              <a:t>(Add screenshot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evaluated using Mean Absolute Error (MAE):</a:t>
            </a:r>
          </a:p>
          <a:p>
            <a:endParaRPr/>
          </a:p>
          <a:p>
            <a:r>
              <a:t>• Valence MAE: 0.208</a:t>
            </a:r>
          </a:p>
          <a:p>
            <a:r>
              <a:t>• Arousal MAE: 0.183</a:t>
            </a:r>
          </a:p>
          <a:p>
            <a:endParaRPr/>
          </a:p>
          <a:p>
            <a:r>
              <a:t>Low MAE indicates high prediction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available at:</a:t>
            </a:r>
          </a:p>
          <a:p>
            <a:r>
              <a:rPr lang="en-IN" dirty="0">
                <a:hlinkClick r:id="rId2"/>
              </a:rPr>
              <a:t>anyamaurya86-hue/sentiment-analysis</a:t>
            </a:r>
            <a:endParaRPr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dirty="0"/>
              <a:t>Contains code, dataset, report, and </a:t>
            </a:r>
            <a:r>
              <a:rPr lang="en-US" dirty="0"/>
              <a:t>   </a:t>
            </a:r>
            <a:r>
              <a:rPr dirty="0"/>
              <a:t>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analysis</a:t>
            </a:r>
          </a:p>
          <a:p>
            <a:r>
              <a:t>• Customer feedback analysis</a:t>
            </a:r>
          </a:p>
          <a:p>
            <a:r>
              <a:t>• Social media monitoring</a:t>
            </a:r>
          </a:p>
          <a:p>
            <a:r>
              <a:t>• Mental health analysis</a:t>
            </a:r>
          </a:p>
          <a:p>
            <a:r>
              <a:t>• Chatbots and AI assistants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project successfully demonstrates:</a:t>
            </a:r>
          </a:p>
          <a:p>
            <a:endParaRPr/>
          </a:p>
          <a:p>
            <a:r>
              <a:t>• Emotion prediction using ML and NLP</a:t>
            </a:r>
          </a:p>
          <a:p>
            <a:r>
              <a:t>• Use of TF-IDF for text processing</a:t>
            </a:r>
          </a:p>
          <a:p>
            <a:r>
              <a:t>• Real-time prediction using Streamlit</a:t>
            </a:r>
          </a:p>
          <a:p>
            <a:endParaRPr/>
          </a:p>
          <a:p>
            <a:r>
              <a:t>Future improvements can include deep learning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You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437</Words>
  <Application>Microsoft Office PowerPoint</Application>
  <PresentationFormat>On-screen Show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EmoSense: Text Emotion Analysis</vt:lpstr>
      <vt:lpstr>Problem Statement</vt:lpstr>
      <vt:lpstr>Objective</vt:lpstr>
      <vt:lpstr>Technologies Used</vt:lpstr>
      <vt:lpstr>Dataset</vt:lpstr>
      <vt:lpstr>Methodology</vt:lpstr>
      <vt:lpstr>TF-IDF Vectorization</vt:lpstr>
      <vt:lpstr>Model Used: Ridge Regression</vt:lpstr>
      <vt:lpstr>Output</vt:lpstr>
      <vt:lpstr>Performance</vt:lpstr>
      <vt:lpstr>GitHub Repository</vt:lpstr>
      <vt:lpstr>Applications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Anya Maurya</dc:creator>
  <cp:keywords/>
  <dc:description>generated using python-pptx</dc:description>
  <cp:lastModifiedBy>Anya Maurya</cp:lastModifiedBy>
  <cp:revision>2</cp:revision>
  <dcterms:created xsi:type="dcterms:W3CDTF">2013-01-27T09:14:16Z</dcterms:created>
  <dcterms:modified xsi:type="dcterms:W3CDTF">2026-04-14T08:58:36Z</dcterms:modified>
  <cp:category/>
</cp:coreProperties>
</file>